
<file path=[Content_Types].xml><?xml version="1.0" encoding="utf-8"?>
<Types/>
</file>

<file path=ppt/presentation.xml><?xml version="1.0" encoding="utf-8"?>
<x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Lezione 1</a:t>
            </a:r>
          </a:p>
        </p:txBody>
      </p:sp>
      <p:sp>
        <p:txBody>
          <a:p>
            <a:r>
              <a:t>Domanda e offerta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Equilibrio</a:t>
            </a:r>
          </a:p>
        </p:txBody>
      </p:sp>
      <p:sp>
        <p:txBody>
          <a:p>
            <a:r>
              <a:t>Q&lt;sub&gt;d&lt;/sub&gt; = Q&lt;sub&gt;s&lt;/sub&gt;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Esternalità</a:t>
            </a:r>
          </a:p>
        </p:txBody>
      </p:sp>
    </p:spTree>
  </p:cSld>
</p:sld>
</file>